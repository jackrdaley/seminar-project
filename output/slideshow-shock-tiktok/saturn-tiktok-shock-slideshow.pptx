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5d97a84a9042cc" /><Relationship Type="http://schemas.openxmlformats.org/officeDocument/2006/relationships/extended-properties" Target="/docProps/app.xml" Id="R4e936486c83b48cf" /><Relationship Type="http://schemas.openxmlformats.org/officeDocument/2006/relationships/officeDocument" Target="/ppt/presentation.xml" Id="Rc86072dda7b641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ad7d80b69c4c0a"/>
  </p:sldMasterIdLst>
  <p:notesMasterIdLst>
    <p:notesMasterId xmlns:r="http://schemas.openxmlformats.org/officeDocument/2006/relationships" r:id="Rf25c0c72a0fa458b"/>
  </p:notesMasterIdLst>
  <p:sldIdLst>
    <p:sldId xmlns:r="http://schemas.openxmlformats.org/officeDocument/2006/relationships" id="256" r:id="Re4bdf00836e4465d"/>
    <p:sldId xmlns:r="http://schemas.openxmlformats.org/officeDocument/2006/relationships" id="257" r:id="Rc83c18d142074d43"/>
    <p:sldId xmlns:r="http://schemas.openxmlformats.org/officeDocument/2006/relationships" id="258" r:id="Rca580468dd3f4a10"/>
    <p:sldId xmlns:r="http://schemas.openxmlformats.org/officeDocument/2006/relationships" id="259" r:id="Ra7a4fb7801724904"/>
    <p:sldId xmlns:r="http://schemas.openxmlformats.org/officeDocument/2006/relationships" id="260" r:id="R6fe59686351849c5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ce82a4a8f144b5" /><Relationship Type="http://schemas.openxmlformats.org/officeDocument/2006/relationships/slideMaster" Target="/ppt/slideMasters/slideMaster1.xml" Id="Re8ad7d80b69c4c0a" /><Relationship Type="http://schemas.openxmlformats.org/officeDocument/2006/relationships/notesMaster" Target="/ppt/notesMasters/notesMaster1.xml" Id="Rf25c0c72a0fa458b" /><Relationship Type="http://schemas.openxmlformats.org/officeDocument/2006/relationships/presProps" Target="/ppt/presProps.xml" Id="Rfa5b7b71931f4a54" /><Relationship Type="http://schemas.openxmlformats.org/officeDocument/2006/relationships/tableStyles" Target="/ppt/tableStyles.xml" Id="Rfc8ea422f2974bdb" /><Relationship Type="http://schemas.openxmlformats.org/officeDocument/2006/relationships/slide" Target="/ppt/slides/slide1.xml" Id="Re4bdf00836e4465d" /><Relationship Type="http://schemas.openxmlformats.org/officeDocument/2006/relationships/slide" Target="/ppt/slides/slide2.xml" Id="Rc83c18d142074d43" /><Relationship Type="http://schemas.openxmlformats.org/officeDocument/2006/relationships/slide" Target="/ppt/slides/slide3.xml" Id="Rca580468dd3f4a10" /><Relationship Type="http://schemas.openxmlformats.org/officeDocument/2006/relationships/slide" Target="/ppt/slides/slide4.xml" Id="Ra7a4fb7801724904" /><Relationship Type="http://schemas.openxmlformats.org/officeDocument/2006/relationships/slide" Target="/ppt/slides/slide5.xml" Id="R6fe59686351849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07cb5b526c4b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2a1bb837f94284" /><Relationship Type="http://schemas.openxmlformats.org/officeDocument/2006/relationships/notesMaster" Target="/ppt/notesMasters/notesMaster1.xml" Id="R395a233039de4d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d72a6756343a9" /><Relationship Type="http://schemas.openxmlformats.org/officeDocument/2006/relationships/notesMaster" Target="/ppt/notesMasters/notesMaster1.xml" Id="R36591230cad648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991c3b30454ca2" /><Relationship Type="http://schemas.openxmlformats.org/officeDocument/2006/relationships/notesMaster" Target="/ppt/notesMasters/notesMaster1.xml" Id="R92a0940eb5044d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4f15813a91462a" /><Relationship Type="http://schemas.openxmlformats.org/officeDocument/2006/relationships/notesMaster" Target="/ppt/notesMasters/notesMaster1.xml" Id="R027c769d116a42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d323d3f1ed4c7a" /><Relationship Type="http://schemas.openxmlformats.org/officeDocument/2006/relationships/notesMaster" Target="/ppt/notesMasters/notesMaster1.xml" Id="Re8519720c63e46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90984c06144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e7487c61c94a47" /><Relationship Type="http://schemas.openxmlformats.org/officeDocument/2006/relationships/slideLayout" Target="/ppt/slideLayouts/slideLayout1.xml" Id="R26e9ce2cf5f34e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e9ce2cf5f34e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166daf9d74550" /><Relationship Type="http://schemas.openxmlformats.org/officeDocument/2006/relationships/image" Target="/ppt/media/image.png" Id="R0f974d0341914c92" /><Relationship Type="http://schemas.openxmlformats.org/officeDocument/2006/relationships/notesSlide" Target="/ppt/notesSlides/notesSlide1.xml" Id="R8fd53e87267849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29f4bff7c4d7b" /><Relationship Type="http://schemas.openxmlformats.org/officeDocument/2006/relationships/image" Target="/ppt/media/image2.png" Id="R6c941c1f4ec545de" /><Relationship Type="http://schemas.openxmlformats.org/officeDocument/2006/relationships/notesSlide" Target="/ppt/notesSlides/notesSlide2.xml" Id="Rdeb37841863142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a8eca148740c0" /><Relationship Type="http://schemas.openxmlformats.org/officeDocument/2006/relationships/image" Target="/ppt/media/image3.png" Id="Ra147207391ec4cad" /><Relationship Type="http://schemas.openxmlformats.org/officeDocument/2006/relationships/notesSlide" Target="/ppt/notesSlides/notesSlide3.xml" Id="R73da426ad7e145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e38fa4b0d4184" /><Relationship Type="http://schemas.openxmlformats.org/officeDocument/2006/relationships/image" Target="/ppt/media/image4.png" Id="Rebe095bbffc94b85" /><Relationship Type="http://schemas.openxmlformats.org/officeDocument/2006/relationships/notesSlide" Target="/ppt/notesSlides/notesSlide4.xml" Id="R6dfeec2105ba41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75935ea614bd5" /><Relationship Type="http://schemas.openxmlformats.org/officeDocument/2006/relationships/image" Target="/ppt/media/image5.png" Id="Rd1464ffd87164967" /><Relationship Type="http://schemas.openxmlformats.org/officeDocument/2006/relationships/notesSlide" Target="/ppt/notesSlides/notesSlide5.xml" Id="Rb864e686405349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070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74d0341914c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37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070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41c1f4ec545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7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070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7207391ec4c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12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070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095bbffc94b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75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070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64ffd871649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85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2026-07-26T19:38:01.2500000Z</dcterms:created>
  <dcterms:modified xsi:type="dcterms:W3CDTF">2026-07-26T19:38:01.2500000Z</dcterms:modified>
</coreProperties>
</file>